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21F3D"/>
                </a:solidFill>
              </a:defRPr>
            </a:pPr>
            <a:r>
              <a:t>AI Life 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21F3D"/>
                </a:solidFill>
              </a:defRPr>
            </a:pPr>
            <a:r>
              <a:t>Context-Aware Multi-Domain Recommendations</a:t>
            </a:r>
          </a:p>
          <a:p>
            <a:pPr>
              <a:spcAft>
                <a:spcPts val="600"/>
              </a:spcAft>
              <a:defRPr sz="2200">
                <a:solidFill>
                  <a:srgbClr val="121F3D"/>
                </a:solidFill>
              </a:defRPr>
            </a:pPr>
            <a:r>
              <a:t>with Hybrid Collaborative Filtering and Agentic LLM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21F3D"/>
                </a:solidFill>
              </a:defRPr>
            </a:pPr>
            <a:r>
              <a:t>Adam Sabry  •  Rammy Baroudi  •  Stephen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1F3D"/>
                </a:solidFill>
              </a:defRPr>
            </a:pPr>
            <a:r>
              <a:t>CMPE 256 — Recommender Systems — SJSU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Single-domain recommenders dominate the field — Netflix, Amazon, Spotify pick within one catalog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Real decisions are cross-domain: a person planning their evening wants a movie + meal + book + habit that go together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Rating matrices cannot represent mood, context, or constraints — "I'm tired but want to feel productive" has no place in user × item space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No public habit-rating dataset exists, so collaborative filtering literally cannot recommend habits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Our System — Joint CF Backbone + Agentic LLM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Joint multi-domain matrix factorization trained on MovieLens 25M + Food.com 1M + Amazon Books 3M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Shared user embedding across domains plus a per-domain context vector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Four LangGraph agents (entertainment, food, learning, habit) re-rank MF candidates using LLM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Orchestrator node enforces cross-domain coherence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FAISS session memory + Upstash Redis profile persistence + multi-turn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solidFill>
            <a:srgbClr val="FFF4D9"/>
          </a:solidFill>
          <a:ln>
            <a:solidFill>
              <a:srgbClr val="E5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[ PLACEHOLDER — End-to-end architecture diagram — user intent → Redis profile → FAISS memory → joint MF scoring → S1/S2 augmentation → four LangGraph agents → orchestrator → Gradio output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Joint Matrix Factorization — Scoring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121F3D"/>
                </a:solidFill>
              </a:defRPr>
            </a:pPr>
            <a:r>
              <a:t>score(user, item, domain) = (user_emb + domain_emb) · item_emb</a:t>
            </a:r>
          </a:p>
          <a:p>
            <a:pPr>
              <a:spcAft>
                <a:spcPts val="600"/>
              </a:spcAft>
              <a:defRPr sz="2400">
                <a:solidFill>
                  <a:srgbClr val="121F3D"/>
                </a:solidFill>
              </a:defRPr>
            </a:pPr>
            <a:r>
              <a:t>                          + user_bias + item_bias + global_bias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One user embedding shared across all three domains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Domain context vector added to the user embedding before the inner product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Trained jointly with Adam + MSE on explicit ratings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Approximately 29 million interactions total across three datasets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LangGraph Agent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retrieve_memory — FAISS lookup of similar past sessions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entertainment_agent — MF top-30 → LLM picks 1 movie + reason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food_agent — MF top-30 → LLM picks 1 meal + reason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learning_agent — MF top-30 → LLM picks 1 book + reason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habit_agent — LLM-only (no public habit-rating data)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orchestrator — synthesizes the four picks into a coherent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Novelty — Two Hybrid Augmentations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S1: Semantic Cross-Domain Retrieval with User-Profile Anchor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    — embed item metadata via sentence-transformers, fuse with MF scores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    — query is mean of user's positively-rated item embeddings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S2: Per-User Multi-Cluster Taste Model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    — KMeans on user history → K context-activated taste centroids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    — softmax posterior identifies which cluster is currently 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S1 — How Semantic Retrieval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Each item: title + genre tags + description → sentence-transformer embedding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Shared FAISS IndexFlatIP across all items in all domains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User profile vector: L2-normalized mean of embeddings of their rated items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Fused score: α · normalize(MF score) + (1 − α) · normalize(semantic similarity)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Addresses cold-start, cross-domain bridging, long-tail surfacing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S2 — How Cluster Conditioning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Fit K = 3 KMeans clusters on a user's rated-item embeddings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Context vector (most recent positive interaction) → softmax over cosine sim to centroids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MF candidate scores re-ranked by proximity to the active centroid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Posterior entropy = ambiguity signal for future clarifying-question elicitation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Treats user as multi-tasted with context-activated modes, not a single average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Baselines — Cornac on MovieLens 100K</a:t>
            </a:r>
          </a:p>
        </p:txBody>
      </p:sp>
      <p:pic>
        <p:nvPicPr>
          <p:cNvPr id="3" name="Picture 2" descr="corna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128512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21F3D"/>
                </a:solidFill>
              </a:defRPr>
            </a:pPr>
            <a:r>
              <a:t>MF wins rating prediction (RMSE 0.89). BPR wins ranking (NDCG@10 0.23) — different optimization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Four-Way Comparison — MF / +S1 / +S2 / +Both</a:t>
            </a:r>
          </a:p>
        </p:txBody>
      </p:sp>
      <p:pic>
        <p:nvPicPr>
          <p:cNvPr id="3" name="Picture 2" descr="compar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24568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Numerical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NDCG@10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Coverage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2.5814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0.0669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MF + 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2.7804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0.1538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MF + 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2.9223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0.2900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MF + S1 + 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0.4660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3.5474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0.3495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1F3D"/>
                </a:solidFill>
              </a:defRPr>
            </a:pPr>
            <a:r>
              <a:t>S1 wins accuracy. S2 dominates coverage. Both combined peaks exploration metrics. Trade-off slides cleanly along the explore/exploit axis.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Interpretation — Discovery vs.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NDCG and Recall against held-out ratings implicitly reward predicting items the user already interacted with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Held-out items skew toward popular — they had to be popular enough to get rated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Coverage, Novelty, Diversity capture what a discovery system actually does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Every additional layer of our system contributes measurable expansion of what the user sees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Trade-off is a tunable design parameter (α weights), not a fixed property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64240" cy="4114800"/>
          </a:xfrm>
          <a:prstGeom prst="rect">
            <a:avLst/>
          </a:prstGeom>
          <a:solidFill>
            <a:srgbClr val="FFF4D9"/>
          </a:solidFill>
          <a:ln>
            <a:solidFill>
              <a:srgbClr val="E5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[ PLACEHOLDER — Live demo screenshots — baseline HF Space vs. augmented HF Space for the same user intent; to be captured before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21F3D"/>
                </a:solidFill>
              </a:defRPr>
            </a:pPr>
            <a:r>
              <a:t>• Baseline:  huggingface.co/spaces/asabry1233/ai-recommender</a:t>
            </a:r>
          </a:p>
          <a:p>
            <a:pPr>
              <a:spcAft>
                <a:spcPts val="1000"/>
              </a:spcAft>
              <a:defRPr sz="1400">
                <a:solidFill>
                  <a:srgbClr val="121F3D"/>
                </a:solidFill>
              </a:defRPr>
            </a:pPr>
            <a:r>
              <a:t>• Augmented (S1 + S2): [TO DEPLOY]</a:t>
            </a:r>
          </a:p>
          <a:p>
            <a:pPr>
              <a:spcAft>
                <a:spcPts val="1000"/>
              </a:spcAft>
              <a:defRPr sz="1400">
                <a:solidFill>
                  <a:srgbClr val="121F3D"/>
                </a:solidFill>
              </a:defRPr>
            </a:pPr>
            <a:r>
              <a:t>• Backup video recorded on USB if live demo fails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Cold-start handled cleanly by the semantic layer (S1) — no retraining needed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Joint multi-domain MF scales linearly; FAISS approximate nearest neighbor is sublinear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Offline rating metrics under-represent discovery objectives — report coverage and novelty too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LangGraph appropriate because the pipeline is a state machine, not a chain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Two hybrid layers compose without being redundant — different mechanisms, complementary effects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Team Contributions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778240"/>
              </a:tblGrid>
              <a:tr h="9144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Primary Work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Adam Sabry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Joint MF training, LangGraph pipeline, FAISS memory, Redis profiles, Gradio frontend, baseline HF Space deployment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Rammy Baroudi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Dataset acquisition and preprocessing, sparsity analysis, train-test methodology, report sections on data and lessons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Stephen Taylor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Cornac baseline sweep, semantic retrieval (S1), cluster conditioning (S2), 4-way comparison, test suite, augmented HF Space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FF4D9"/>
          </a:solidFill>
          <a:ln>
            <a:solidFill>
              <a:srgbClr val="E5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[ PLACEHOLDER — Confirm contribution table is accurate before final submission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1F3D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Entropy-triggered clarifying questions — primitive already implemented in S2, not yet exposed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Online cluster discovery — spawn a new taste cluster when current session matches none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Cross-domain user studies — offline metrics are insufficient for discovery evaluation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Deep model swap — replace shallow joint-MF with a Two-Tower neural backbone</a:t>
            </a:r>
          </a:p>
          <a:p>
            <a:pPr>
              <a:spcAft>
                <a:spcPts val="1000"/>
              </a:spcAft>
              <a:defRPr sz="2000">
                <a:solidFill>
                  <a:srgbClr val="121F3D"/>
                </a:solidFill>
              </a:defRPr>
            </a:pPr>
            <a:r>
              <a:t>• Domain expansion — music, fitness content, podcasts (no cross-domain training data required thanks to S1)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21F3D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0233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21F3D"/>
                </a:solidFill>
              </a:defRPr>
            </a:pPr>
            <a:r>
              <a:t>Repository: github.com/AdamSabry1233/AI-Life-Recommender-</a:t>
            </a:r>
          </a:p>
          <a:p>
            <a:pPr>
              <a:spcAft>
                <a:spcPts val="600"/>
              </a:spcAft>
              <a:defRPr sz="2000">
                <a:solidFill>
                  <a:srgbClr val="121F3D"/>
                </a:solidFill>
              </a:defRPr>
            </a:pPr>
            <a:r>
              <a:t>Baseline demo: huggingface.co/spaces/asabry1233/ai-recommender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